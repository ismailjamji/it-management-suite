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AssetFlow 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Intelligent IT &amp; Finance Management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Streamline Your IT Operations with AI-Powered Insights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What is AssetFlow AI?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AssetFlow AI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is a comprehensive, AI-powered enterprise management platform designed to streamline IT asset tracking, telecom management, financial operations, and project coordination.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🖥️  Complete IT Asset Inventory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📱  Telecom Equipment &amp; Subscription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💰  Financial Operations &amp; Budget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📊  Real-time Analytics &amp; Reporting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🤖  AI-Powered Insights &amp; Recommendations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👥  Multi-User Collaboration &amp; Role-Based Access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📋 Scattered Information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IT assets tracked in spreadsheets, sticky notes, and multiple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💸 Budget Overruns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Lack of visibility into IT spending and telecom subscriptions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⏰ Time-Consuming Tasks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Manual data entry and reporting consuming valuable IT resources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🔍 Limited Insights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No actionable intelligence from existing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🔐 Security Concerns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Difficulty tracking who has access to what equipment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AssetFlow AI provides a unified platform that brings all your IT management needs under one roof: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</a:rPr>
              <a:t>✅ Centralized Asset Database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</a:rPr>
              <a:t>✅ Automated Discovery &amp;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</a:rPr>
              <a:t>✅ Real-time System Monitoring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293B"/>
                </a:solidFill>
              </a:rPr>
              <a:t>✅ AI-Powered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E293B"/>
                </a:solidFill>
              </a:rPr>
              <a:t>✅ Financial Management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E293B"/>
                </a:solidFill>
              </a:rPr>
              <a:t>✅ Secure Multi-User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E293B"/>
                </a:solidFill>
              </a:rPr>
              <a:t>✅ Cloud &amp; Local Deployment Options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1E293B"/>
                </a:solidFill>
              </a:rPr>
              <a:t>✅ Export &amp; Reporting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Feature Spotlight: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Real-time KPI cards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Financial trend charts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Asset distribution graphs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System health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Quick action buttons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Customizable widgets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Dark/Light mode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3AED"/>
                </a:solidFill>
              </a:rPr>
              <a:t>Get a complete overview of your IT infrastructure at a glance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Feature Spotlight: IT Assets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Complete Inventory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Track computers, laptops, servers, and peripherals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3504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Image Uploads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Attach photos and documents to each asset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🏷️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Custom Fields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Add custom attributes specific to your needs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65176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Auto-Discovery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Automatically detect devices on your network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Status Tracking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Monitor asset lifecycle from purchase to disposal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931920"/>
            <a:ext cx="41148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📤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3504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Export Options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Export to Excel, CSV, or JSON formats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Feature Spotlight: Telecom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Comprehensive telecom asset and subscription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📱 Track phones, tablets, and accessories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📡 Manage subscriptions and data plans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💰 Monitor telecom expenses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🏢 Provider-specific branding (Inwi, Orange, IAM)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📊 Usage analytics and trends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⚠️ Contract expiration alerts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📈 Cost optimization recommendations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4572000"/>
            <a:ext cx="182880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4572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Save up to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 telecom costs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Feature Spotlight: Finance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Budget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Create budgets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Track spending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Set limits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Get alerts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74320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Financial Records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Income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Expense logging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Receipt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Audit trails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74320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AI Insights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Spending patterns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Cost predictions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Optimization tips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Anomaly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💱 Multi-Currency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Support for all world currencies with real-time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AI-Powered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🤖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Integrated with DeepSeek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Natural language queries and commands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Intelligent asset recommendations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Predictive maintenance alerts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Cost optimization suggestions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120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Automated report 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Smart data analysis and insights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Security &amp; Access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👥 Role-Based Access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Admin, Manager, User, and Viewer roles with granular permissions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🔐 Secure 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JWT-based authentication with session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📝 Audit Trails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Complete logging of all user actions and changes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🔒 Data Encryption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Encrypted storage for sensitive 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👤 User Profiles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Detailed user information and department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⚙️ Permission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Fine-grained control over feature access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React 18 • TypeScript • Tailwind CSS • Shadcn/ui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State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Zustand • TanStack Query • React Hook 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Desktop Runtime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Electron • Node.js • Express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SQLite • Better-SQLite3 • SQLAlchemy 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AI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DeepSeek AI • OpenAI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Export &amp; Reports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ExcelJS • XLSX • PDF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Flexible Deployment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114800" cy="1645920"/>
          </a:xfrm>
          <a:prstGeom prst="rect">
            <a:avLst/>
          </a:prstGeom>
          <a:solidFill>
            <a:srgbClr val="F8FAFC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💻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Local Mode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Single PC installation for individual 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4114800" cy="1645920"/>
          </a:xfrm>
          <a:prstGeom prst="rect">
            <a:avLst/>
          </a:prstGeom>
          <a:solidFill>
            <a:srgbClr val="F8FAFC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🖥️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Server Mode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Multi-user host for team collaboration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4114800" cy="1645920"/>
          </a:xfrm>
          <a:prstGeom prst="rect">
            <a:avLst/>
          </a:prstGeom>
          <a:solidFill>
            <a:srgbClr val="F8FAFC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64592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Client Mode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Connect to existing server instance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4114800" cy="1645920"/>
          </a:xfrm>
          <a:prstGeom prst="rect">
            <a:avLst/>
          </a:prstGeom>
          <a:solidFill>
            <a:srgbClr val="F8FAFC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☁️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Cloud Sync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OneDrive &amp; Google Drive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Benefits &amp; ROI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11480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70%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Reduction in manual data entry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645920"/>
            <a:ext cx="411480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Cost savings on IT &amp; telecom expenses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11480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50%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Faster asset tracking and reporting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4114800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02920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Visibility into IT infrastructure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C3AED"/>
                </a:solidFill>
              </a:rPr>
              <a:t>Transform your IT operations and see measurable results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Who Benefits?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🏢 IT Departments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Centralized asset and user management for enterprise IT teams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46304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🔧 MSPs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Client infrastructure monitoring and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🏪 Small Businesses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IT inventory and project tracking without complexity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🎓 Educational Institutions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Computer lab and device management for schools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🌍 Remote Teams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Cloud-synchronized IT operations across locations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4023360"/>
            <a:ext cx="411480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💼 Consultants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4526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Professional IT asset auditing and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Ready to Transform Your IT Operations?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2560320"/>
            <a:ext cx="54864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Get Started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Download the installer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Choose your deployment 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Start managing your IT assets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Experience AI-powered insights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Contact: ismail.jm.Jamji@gmail.com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AssetFlow AI - Intelligent IT Management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AssetFlow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AssetFlow AI - IT Management Platform</dc:title>
  <dc:subject>Intelligent IT &amp; Finance Management Platform</dc:subject>
  <dc:creator>IT Management Team</dc:creator>
  <cp:lastModifiedBy>IT Management Team</cp:lastModifiedBy>
  <cp:revision>1</cp:revision>
  <dcterms:created xsi:type="dcterms:W3CDTF">2025-11-13T14:15:55Z</dcterms:created>
  <dcterms:modified xsi:type="dcterms:W3CDTF">2025-11-13T14:15:55Z</dcterms:modified>
</cp:coreProperties>
</file>